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Presentación con Modelos 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CF0F1"/>
                </a:solidFill>
              </a:defRPr>
            </a:pPr>
            <a:r>
              <a:t>Explorando el mundo tridimensional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¿Qué son los Modelos 3D?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4495E"/>
                </a:solidFill>
              </a:defRPr>
            </a:pPr>
            <a:r>
              <a:t>• Representaciones digitales de objetos tridimensionales</a:t>
            </a:r>
          </a:p>
          <a:p>
            <a:pPr>
              <a:spcAft>
                <a:spcPts val="2000"/>
              </a:spcAft>
              <a:defRPr sz="2400">
                <a:solidFill>
                  <a:srgbClr val="34495E"/>
                </a:solidFill>
              </a:defRPr>
            </a:pPr>
            <a:r>
              <a:t>• Utilizados en diseño, arquitectura, videojuegos y animación</a:t>
            </a:r>
          </a:p>
          <a:p>
            <a:pPr>
              <a:spcAft>
                <a:spcPts val="2000"/>
              </a:spcAft>
              <a:defRPr sz="2400">
                <a:solidFill>
                  <a:srgbClr val="34495E"/>
                </a:solidFill>
              </a:defRPr>
            </a:pPr>
            <a:r>
              <a:t>• Permiten visualización interactiva desde múltiples ángulos</a:t>
            </a:r>
          </a:p>
          <a:p>
            <a:pPr>
              <a:defRPr sz="2400">
                <a:solidFill>
                  <a:srgbClr val="34495E"/>
                </a:solidFill>
              </a:defRPr>
            </a:pPr>
            <a:r>
              <a:t>• Formatos comunes: OBJ, FBX, GLB, GLTF, STL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Modelo 3D: Cubo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5486400" cy="3657600"/>
          </a:xfrm>
          <a:prstGeom prst="rect">
            <a:avLst/>
          </a:prstGeom>
          <a:solidFill>
            <a:srgbClr val="3498DB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🎲</a:t>
            </a:r>
          </a:p>
          <a:p/>
          <a:p>
            <a:r>
              <a:t>Modelo 3D: CUBO</a:t>
            </a:r>
          </a:p>
          <a:p/>
          <a:p>
            <a:r>
              <a:t>Geometría básica con 6 caras</a:t>
            </a:r>
          </a:p>
          <a:p>
            <a:r>
              <a:t>8 vértices y 12 aristas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Modelo 3D: Esfera</a:t>
            </a:r>
          </a:p>
        </p:txBody>
      </p:sp>
      <p:sp>
        <p:nvSpPr>
          <p:cNvPr id="3" name="Oval 2"/>
          <p:cNvSpPr/>
          <p:nvPr/>
        </p:nvSpPr>
        <p:spPr>
          <a:xfrm>
            <a:off x="2286000" y="1828800"/>
            <a:ext cx="4572000" cy="3657600"/>
          </a:xfrm>
          <a:prstGeom prst="ellipse">
            <a:avLst/>
          </a:prstGeom>
          <a:solidFill>
            <a:srgbClr val="E74C3C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⚽</a:t>
            </a:r>
          </a:p>
          <a:p/>
          <a:p>
            <a:r>
              <a:t>Modelo 3D: ESFERA</a:t>
            </a:r>
          </a:p>
          <a:p/>
          <a:p>
            <a:r>
              <a:t>Superficie curva perfecta</a:t>
            </a:r>
          </a:p>
          <a:p>
            <a:r>
              <a:t>Todos los puntos equidistantes del centro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Modelo 3D: Pirámide</a:t>
            </a:r>
          </a:p>
        </p:txBody>
      </p:sp>
      <p:sp>
        <p:nvSpPr>
          <p:cNvPr id="3" name="Trapezoid 2"/>
          <p:cNvSpPr/>
          <p:nvPr/>
        </p:nvSpPr>
        <p:spPr>
          <a:xfrm>
            <a:off x="2286000" y="1828800"/>
            <a:ext cx="4572000" cy="3657600"/>
          </a:xfrm>
          <a:prstGeom prst="trapezoid">
            <a:avLst/>
          </a:prstGeom>
          <a:solidFill>
            <a:srgbClr val="F1C40F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🔺</a:t>
            </a:r>
          </a:p>
          <a:p/>
          <a:p>
            <a:r>
              <a:t>PIRÁMIDE</a:t>
            </a:r>
          </a:p>
          <a:p/>
          <a:p>
            <a:r>
              <a:t>Base poligonal</a:t>
            </a:r>
          </a:p>
          <a:p>
            <a:r>
              <a:t>Cara triangular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Aplicaciones de Modelos 3D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657600" cy="1828800"/>
          </a:xfrm>
          <a:prstGeom prst="rect">
            <a:avLst/>
          </a:prstGeom>
          <a:solidFill>
            <a:srgbClr val="2ECC71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🎮 Videojuegos</a:t>
            </a:r>
          </a:p>
          <a:p/>
          <a:p>
            <a:r>
              <a:t>Personajes, escenarios</a:t>
            </a:r>
          </a:p>
          <a:p>
            <a:r>
              <a:t>y objetos interactivos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828800"/>
            <a:ext cx="3657600" cy="1828800"/>
          </a:xfrm>
          <a:prstGeom prst="rect">
            <a:avLst/>
          </a:prstGeom>
          <a:solidFill>
            <a:srgbClr val="9B59B6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🏗️ Arquitectura</a:t>
            </a:r>
          </a:p>
          <a:p/>
          <a:p>
            <a:r>
              <a:t>Diseño de edificios</a:t>
            </a:r>
          </a:p>
          <a:p>
            <a:r>
              <a:t>y visualización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3657600" cy="1828800"/>
          </a:xfrm>
          <a:prstGeom prst="rect">
            <a:avLst/>
          </a:prstGeom>
          <a:solidFill>
            <a:srgbClr val="3498D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🎬 Animación</a:t>
            </a:r>
          </a:p>
          <a:p/>
          <a:p>
            <a:r>
              <a:t>Películas y efectos</a:t>
            </a:r>
          </a:p>
          <a:p>
            <a:r>
              <a:t>especiales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114800"/>
            <a:ext cx="3657600" cy="1828800"/>
          </a:xfrm>
          <a:prstGeom prst="rect">
            <a:avLst/>
          </a:prstGeom>
          <a:solidFill>
            <a:srgbClr val="E67E22"/>
          </a:solidFill>
          <a:ln w="254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🖨️ Impresión 3D</a:t>
            </a:r>
          </a:p>
          <a:p/>
          <a:p>
            <a:r>
              <a:t>Prototipos y</a:t>
            </a:r>
          </a:p>
          <a:p>
            <a:r>
              <a:t>fabricación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¡Gracias!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CF0F1"/>
                </a:solidFill>
              </a:defRPr>
            </a:pPr>
            <a:r>
              <a:t>El futuro es tridimensional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